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Stockout-Aware Retail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dissertation results: prediction accuracy and inventory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How accurately can ML and time-series models predict short-term retail demand?</a:t>
            </a:r>
          </a:p>
          <a:p>
            <a:pPr>
              <a:defRPr sz="2000"/>
            </a:pPr>
            <a:r>
              <a:t>How can those predictions improve inventory planning decisions?</a:t>
            </a:r>
          </a:p>
          <a:p>
            <a:pPr>
              <a:defRPr sz="2000"/>
            </a:pPr>
            <a:r>
              <a:t>Dataset: FreshRetailNet-50K (open transaction data)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Ingest -&gt; aggregate -&gt; impute latent demand -&gt; feature engineering</a:t>
            </a:r>
          </a:p>
          <a:p>
            <a:pPr>
              <a:defRPr sz="2000"/>
            </a:pPr>
            <a:r>
              <a:t>Models: LGBM, RF, ExtraTrees, GBR, XGB, CatBoost</a:t>
            </a:r>
          </a:p>
          <a:p>
            <a:pPr>
              <a:defRPr sz="2000"/>
            </a:pPr>
            <a:r>
              <a:t>Evaluation: RMSE/MAE/MAPE + inventory weighted cost</a:t>
            </a:r>
          </a:p>
          <a:p>
            <a:pPr>
              <a:defRPr sz="2000"/>
            </a:pPr>
            <a:r>
              <a:t>Inventory penalties: understock=5x, overstock=1x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Ranking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categories_evaluated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xgb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extra_trees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Impact Ranking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weighted_inventory_cost_mean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service_level_mean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stockout_rate_mean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categories_evaluated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xgb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12.7178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13.5126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15.0705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15.5994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extra_trees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Best model by RMSE: gbr (RMSE=1.1711)</a:t>
            </a:r>
          </a:p>
          <a:p>
            <a:pPr>
              <a:defRPr sz="2000"/>
            </a:pPr>
            <a:r>
              <a:t>Best model by inventory cost: xgb (Cost=12.7178)</a:t>
            </a:r>
          </a:p>
          <a:p>
            <a:pPr>
              <a:defRPr sz="2000"/>
            </a:pPr>
            <a:r>
              <a:t>Best forecasting model is not always best business model</a:t>
            </a:r>
          </a:p>
          <a:p>
            <a:pPr>
              <a:defRPr sz="2000"/>
            </a:pPr>
            <a:r>
              <a:t>Model selection should follow operational objective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to Dissertation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Yes: open transaction data can predict short-term demand with useful accuracy</a:t>
            </a:r>
          </a:p>
          <a:p>
            <a:pPr>
              <a:defRPr sz="2000"/>
            </a:pPr>
            <a:r>
              <a:t>Yes: forecast-driven ordering policy improves inventory outcomes</a:t>
            </a:r>
          </a:p>
          <a:p>
            <a:pPr>
              <a:defRPr sz="2000"/>
            </a:pPr>
            <a:r>
              <a:t>Evidence: quantified accuracy metrics and inventory cost/service trade-offs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full-scale (no row cap) robustness checks</a:t>
            </a:r>
          </a:p>
          <a:p>
            <a:pPr>
              <a:defRPr sz="2000"/>
            </a:pPr>
            <a:r>
              <a:t>Add confidence intervals across rolling windows</a:t>
            </a:r>
          </a:p>
          <a:p>
            <a:pPr>
              <a:defRPr sz="2000"/>
            </a:pPr>
            <a:r>
              <a:t>Track business KPIs: fill rate, waste, replenishment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